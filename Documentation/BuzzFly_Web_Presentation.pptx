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109728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800" b="1">
                <a:solidFill>
                  <a:srgbClr val="006D33"/>
                </a:solidFill>
                <a:latin typeface="Segoe UI"/>
              </a:rPr>
              <a:t>BUZZ FLY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832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0">
                <a:solidFill>
                  <a:srgbClr val="632CE5"/>
                </a:solidFill>
                <a:latin typeface="Segoe UI"/>
              </a:rPr>
              <a:t>Booking flights and hotels, the way it should feel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HTML   CSS   JavaScript   Bootstrap 5.3   Firebase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Segoe UI"/>
              </a:rPr>
              <a:t>Group 15    Web Engineering    Semester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Segoe U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The problem and our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632CE5"/>
                </a:solidFill>
                <a:latin typeface="Segoe UI"/>
              </a:rPr>
              <a:t>The problem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Most travel sites push you to sign up before you can even see a price.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And most of them only handle one side of the trip — either flights, or hotels, almost never both in the same place.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So a user planning a trip has to juggle two or three tabs just to compare options and finish a single booking.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69164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006D33"/>
                </a:solidFill>
                <a:latin typeface="Segoe UI"/>
              </a:rPr>
              <a:t>What Buzz Fly does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One site for both flights and hotels — search, compare, and book in the same place.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Guests can browse, filter, and explore prices without an account.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Sign-in is asked only at the moment of confirming a booking, then the user lands back exactly where they were via the ?next= URL param.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Tiered pricing lets a user pick Economy, Business, or First for flights, and a specific room class for hotels.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A focused stack — nothing exotic, nothing unnecessary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6D33"/>
                </a:solidFill>
                <a:latin typeface="Segoe UI"/>
              </a:rPr>
              <a:t>Frontend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Vanilla HTML, CSS, JavaScript (ES modules)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Bootstrap 5.3 + custom SCSS pipeline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Custom Buzz Fly theme, dark mode via data-bs-theme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9164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32CE5"/>
                </a:solidFill>
                <a:latin typeface="Segoe UI"/>
              </a:rPr>
              <a:t>Backend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Firebase Authentication (Email + Google)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Cloud Firestore (Web SDK v10.14.1)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Owner-only security rules per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50792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6D33"/>
                </a:solidFill>
                <a:latin typeface="Segoe UI"/>
              </a:rPr>
              <a:t>Architecture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Data-layer modules under js/firebase/ (UI never builds Firestore queries inline)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Page-by-page scripts under js/pages/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Shared partials (navbar / sidebar / footer) injected by main.js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050792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32CE5"/>
                </a:solidFill>
                <a:latin typeface="Segoe UI"/>
              </a:rPr>
              <a:t>Data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Custom Node.js seed script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Realistic dataset of flights and hotels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Tiered pricing (cabinPrices / roomPrices) stored per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Three layers — the UI layer never talks to Firebase directly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83080"/>
            <a:ext cx="9601200" cy="10972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006D33"/>
                </a:solidFill>
                <a:latin typeface="Segoe UI"/>
              </a:rPr>
              <a:t>UI LAYER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529"/>
                </a:solidFill>
                <a:latin typeface="Segoe UI"/>
              </a:rPr>
              <a:t>index.html · signin / signup · hotel-results · hotel-details · flight-search-results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529"/>
                </a:solidFill>
                <a:latin typeface="Segoe UI"/>
              </a:rPr>
              <a:t>flight-details · confirm-payment · trips · trip-detail · profile · settings · contact ·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Segoe UI"/>
              </a:rPr>
              <a:t>calls functions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46120"/>
            <a:ext cx="9601200" cy="10972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632CE5"/>
                </a:solidFill>
                <a:latin typeface="Segoe UI"/>
              </a:rPr>
              <a:t>DATA LAYER  ·  js/firebase/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529"/>
                </a:solidFill>
                <a:latin typeface="Segoe UI"/>
              </a:rPr>
              <a:t>auth.js · hotels.js · flights.js · bookings.js · notifications.js · support.js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529"/>
                </a:solidFill>
                <a:latin typeface="Segoe UI"/>
              </a:rPr>
              <a:t>constants.js · avatar-cache.js · navbar-auth.js · firebase-init.js  +  sessionStorage bridges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Segoe UI"/>
              </a:rPr>
              <a:t>wraps and isolates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709160"/>
            <a:ext cx="9601200" cy="1005840"/>
          </a:xfrm>
          <a:prstGeom prst="roundRect">
            <a:avLst>
              <a:gd name="adj" fmla="val 6000"/>
            </a:avLst>
          </a:prstGeom>
          <a:solidFill>
            <a:srgbClr val="00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FIREBASE WEB SDK v10.14.1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Firebase Auth   |   Cloud Firestore   |   Google Sign-In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Segoe UI"/>
              </a:rPr>
              <a:t>Why: swappable backend, testable UI, single place to define every data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Main user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Same screens, two entry paths — signed-in user vs. guest with create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>
                <a:solidFill>
                  <a:srgbClr val="006D33"/>
                </a:solidFill>
                <a:latin typeface="Segoe UI"/>
              </a:rPr>
              <a:t>Signed-in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5486400" cy="27432"/>
          </a:xfrm>
          <a:prstGeom prst="rect">
            <a:avLst/>
          </a:prstGeom>
          <a:solidFill>
            <a:srgbClr val="006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006D33"/>
                </a:solidFill>
                <a:latin typeface="Segoe UI"/>
              </a:rPr>
              <a:t>Home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index.html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22860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632CE5"/>
                </a:solidFill>
                <a:latin typeface="Segoe UI"/>
              </a:rPr>
              <a:t>Search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Stage 1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2860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006D33"/>
                </a:solidFill>
                <a:latin typeface="Segoe UI"/>
              </a:rPr>
              <a:t>Results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filter &amp; sort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2860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632CE5"/>
                </a:solidFill>
                <a:latin typeface="Segoe UI"/>
              </a:rPr>
              <a:t>Booking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tier &amp; traveller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22860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006D33"/>
                </a:solidFill>
                <a:latin typeface="Segoe UI"/>
              </a:rPr>
              <a:t>Payment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confirm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22860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632CE5"/>
                </a:solidFill>
                <a:latin typeface="Segoe UI"/>
              </a:rPr>
              <a:t>My Trips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persisted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>
                <a:solidFill>
                  <a:srgbClr val="632CE5"/>
                </a:solidFill>
                <a:latin typeface="Segoe UI"/>
              </a:rPr>
              <a:t>Guest user (with create account)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5486400" cy="27432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512678" cy="8686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006D33"/>
                </a:solidFill>
                <a:latin typeface="Segoe UI"/>
              </a:rPr>
              <a:t>Home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browse as guest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5326" y="4297680"/>
            <a:ext cx="1512678" cy="8686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632CE5"/>
                </a:solidFill>
                <a:latin typeface="Segoe UI"/>
              </a:rPr>
              <a:t>Search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Stage 1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7732" y="4297680"/>
            <a:ext cx="1512678" cy="8686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006D33"/>
                </a:solidFill>
                <a:latin typeface="Segoe UI"/>
              </a:rPr>
              <a:t>Results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filter &amp; sort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0138" y="4297680"/>
            <a:ext cx="1512678" cy="8686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632CE5"/>
                </a:solidFill>
                <a:latin typeface="Segoe UI"/>
              </a:rPr>
              <a:t>Booking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login wall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2544" y="4297680"/>
            <a:ext cx="1512678" cy="8686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006D33"/>
                </a:solidFill>
                <a:latin typeface="Segoe UI"/>
              </a:rPr>
              <a:t>Sign In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or create acc.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4950" y="4297680"/>
            <a:ext cx="1512678" cy="8686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 dirty="0">
                <a:solidFill>
                  <a:srgbClr val="632CE5"/>
                </a:solidFill>
                <a:latin typeface="Segoe UI"/>
              </a:rPr>
              <a:t>Booking</a:t>
            </a:r>
          </a:p>
          <a:p>
            <a:pPr algn="ctr"/>
            <a:endParaRPr sz="900" dirty="0">
              <a:solidFill>
                <a:srgbClr val="212529"/>
              </a:solidFill>
              <a:latin typeface="Segoe U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237356" y="4297680"/>
            <a:ext cx="1512678" cy="8686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300" b="1">
                <a:solidFill>
                  <a:srgbClr val="006D33"/>
                </a:solidFill>
                <a:latin typeface="Segoe UI"/>
              </a:rPr>
              <a:t>Payment</a:t>
            </a:r>
          </a:p>
          <a:p>
            <a:pPr algn="ctr"/>
            <a:r>
              <a:rPr sz="900">
                <a:solidFill>
                  <a:srgbClr val="212529"/>
                </a:solidFill>
                <a:latin typeface="Segoe UI"/>
              </a:rPr>
              <a:t>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2648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Segoe UI"/>
              </a:rPr>
              <a:t>Both paths share the same booking, payment, and trips screens — guest mode adds one detour through Sign In or Create Account.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Forms with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Each &lt;form&gt; uses HTML5 + JavaScript validators; errors surface via Bootstrap .is-invalid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006D33"/>
                </a:solidFill>
                <a:latin typeface="Segoe UI"/>
              </a:rPr>
              <a:t>Sign In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Email format check, non-empty password. Errors surface via .alert-danger blocks above the form. Validators live in js/pages/auth.js.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80360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632CE5"/>
                </a:solidFill>
                <a:latin typeface="Segoe UI"/>
              </a:rPr>
              <a:t>Create Account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Same skeleton as Sign In, plus name, password confirmation, password ≥ 8 chars and a required Terms checkbox.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006D33"/>
                </a:solidFill>
                <a:latin typeface="Segoe UI"/>
              </a:rPr>
              <a:t>Edit Profile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Passport ≥ 5 chars, phone ≥ 6 digits, DOB ≥ 12 years old. The same rules drive Edit Profile and the Onboarding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257800"/>
            <a:ext cx="11247120" cy="1078992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632CE5"/>
                </a:solidFill>
                <a:latin typeface="Segoe UI"/>
              </a:rPr>
              <a:t>Traveller (during booking)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Prefilled read-only from users/{uid}. Guests are sent to Sign In with ?next= and returned to the booking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Navigation and state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Vanilla JS — multi-page navigation + sessionStorage bridges, no SPA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006D33"/>
                </a:solidFill>
                <a:latin typeface="Segoe UI"/>
              </a:rPr>
              <a:t>Navigation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Each screen is its own HTML page — the browser handles history natively.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js/main.js loadPartials() injects the shared navbar, sidebar, and footer at runtime so we never duplicate markup.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highlightActiveNavLink() and highlightActiveSidebarLink() mark the current page in both shells.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Auth-aware DOM contract — [data-auth-only], [data-auth-avatar], [data-auth-signout] — lets navbar-auth.js toggle visibility on every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632CE5"/>
                </a:solidFill>
                <a:latin typeface="Segoe UI"/>
              </a:rPr>
              <a:t>State management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Page-local state — every page script owns its own variables; no shared store.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sessionStorage bridges carry complex objects between pages: payment-bridge, flight-bridge, trip-detail-bridge.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URL params carry simple state: ?next= for the redirect chain, ?id=, ?destination=, ?leg=return.</a:t>
            </a:r>
          </a:p>
          <a:p>
            <a:pPr>
              <a:spcAft>
                <a:spcPts val="600"/>
              </a:spcAft>
            </a:pPr>
            <a:endParaRPr sz="13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  <a:latin typeface="Segoe UI"/>
              </a:rPr>
              <a:t>localStorage persists what should survive a reload: theme, avatar URL, profileIncomplete flag, reminder-sent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Dynamic UI and responsive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006D33"/>
                </a:solidFill>
                <a:latin typeface="Segoe UI"/>
              </a:rPr>
              <a:t>Lists driven by data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Results screens render via array.map() into innerHTML. The card markup is reused for every row. Same card component lives in hotel-results, flight-search-results, trips, and notifications.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36392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632CE5"/>
                </a:solidFill>
                <a:latin typeface="Segoe UI"/>
              </a:rPr>
              <a:t>Filter, sort, paginate as one state machine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Hotels and flights share the same five-piece state — results, filters, sort key, visible count, loading flag. Every interaction routes through one render() call. "Discover more" extends the visible window by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18304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006D33"/>
                </a:solidFill>
                <a:latin typeface="Segoe UI"/>
              </a:rPr>
              <a:t>Responsive and theme-aware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Bootstrap 5.3 mobile-first grid (320 px – 1440 px). Dark mode via data-bs-theme — primed BEFORE first paint by an inline &lt;script&gt; in every &lt;head&gt; so there is no flash of light theme.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Backend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Firebase Auth and Cloud Firestore — both behind the js/firebase/ data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006D33"/>
                </a:solidFill>
                <a:latin typeface="Segoe UI"/>
              </a:rPr>
              <a:t>Authentication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Email / password + Google one-tap.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Every page imports from js/firebase/auth.js — pages never touch FirebaseAuth directly.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fireWelcome / fireWelcomeBack notifications are queued as a side effect of signUp / signIn.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632CE5"/>
                </a:solidFill>
                <a:latin typeface="Segoe UI"/>
              </a:rPr>
              <a:t>Firestore data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users/{uid} — profile docs.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bookings/{autoId} — userId field for ownership.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notifications/{autoId} — userId field for ownership.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hotels/{id}, flights/{id} — public catalogue.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support_tickets/{autoId} — create-only from Contact 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006D33"/>
                </a:solidFill>
                <a:latin typeface="Segoe UI"/>
              </a:rPr>
              <a:t>Security rules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Owner-only via request.auth.uid == resource.data.userId.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Catalogue collections (hotels, flights) are read-only from the client.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support_tickets is create-only — clients can write but never read or update.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Segoe UI"/>
              </a:rPr>
              <a:t>Data-layer pattern means: if Firebase changed tomorrow, only the js/firebase/* modules would need to move.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Design decisions and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6D33"/>
                </a:solidFill>
                <a:latin typeface="Segoe UI"/>
              </a:rPr>
              <a:t>Design decisions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Bootstrap 5.3 + custom SCSS — deep green primary, purple accent, matches the SRS branding section.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Data-layer modules under js/firebase/ over inline Firestore calls — keeps page scripts testable and lets us mock data while building.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Shared partials (navbar / sidebar / footer) + .buzz-* utilities — one place to change a style, not 30.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Guest mode chosen deliberately to reduce friction before the user has any trust in the 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6916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32CE5"/>
                </a:solidFill>
                <a:latin typeface="Segoe UI"/>
              </a:rPr>
              <a:t>Challenges we hit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Avatar / theme flash on every navigation — solved with localStorage prime + inline &lt;script&gt; in &lt;head&gt; that runs before first paint.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Booking flow with deferred auth — solved with a ?next= URL parameter threaded through Sign In, Sign Up, and Onboarding, so the user lands back exactly where they were.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Round-trip flights as one or two cards in My Trips — solved by writing ONE booking doc and expanding it into two date-keyed cards client-side via legsFor().</a:t>
            </a:r>
          </a:p>
          <a:p>
            <a:pPr>
              <a:spcAft>
                <a:spcPts val="600"/>
              </a:spcAft>
            </a:pPr>
            <a:endParaRPr sz="1200">
              <a:solidFill>
                <a:srgbClr val="212529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12529"/>
                </a:solidFill>
                <a:latin typeface="Segoe UI"/>
              </a:rPr>
              <a:t>Tiered pricing without duplicating documents — solved by storing a cabinPrices / roomPrices map per doc and reading the chosen tier at booking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006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788920"/>
            <a:ext cx="12191695" cy="1554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200" b="0">
                <a:solidFill>
                  <a:srgbClr val="C6F2D6"/>
                </a:solidFill>
                <a:latin typeface="Segoe UI"/>
              </a:rPr>
              <a:t>Switch to the browser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ADB5BD"/>
                </a:solidFill>
                <a:latin typeface="Segoe UI"/>
              </a:rPr>
              <a:t>Guest browse  ·  search  ·  login wall via ?next=  ·  payment  ·  trip in My Trips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2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4300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3600" b="1">
                <a:solidFill>
                  <a:srgbClr val="006D33"/>
                </a:solidFill>
                <a:latin typeface="Segoe UI"/>
              </a:rP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0">
                <a:solidFill>
                  <a:srgbClr val="6C757D"/>
                </a:solidFill>
                <a:latin typeface="Segoe UI"/>
              </a:rPr>
              <a:t>Each member owns specific pages and can explain them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>
                <a:solidFill>
                  <a:srgbClr val="006D33"/>
                </a:solidFill>
                <a:latin typeface="Segoe UI"/>
              </a:rPr>
              <a:t>Karim Mohamed Ismail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783080"/>
            <a:ext cx="66751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Segoe UI"/>
              </a:rPr>
              <a:t>Home (index), Sign In, Sign Up, Forgot Password, Navbar, Footer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87168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>
                <a:solidFill>
                  <a:srgbClr val="632CE5"/>
                </a:solidFill>
                <a:latin typeface="Segoe UI"/>
              </a:rPr>
              <a:t>Mohamed Gasser Elsawah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487168"/>
            <a:ext cx="66751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Segoe UI"/>
              </a:rPr>
              <a:t>Flight Search Results, Flight Details, Confirm 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91256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91256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>
                <a:solidFill>
                  <a:srgbClr val="006D33"/>
                </a:solidFill>
                <a:latin typeface="Segoe UI"/>
              </a:rPr>
              <a:t>Malak Wael Ghabn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191256"/>
            <a:ext cx="66751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Segoe UI"/>
              </a:rPr>
              <a:t>Hotel Results, Hotel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95344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895344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>
                <a:solidFill>
                  <a:srgbClr val="632CE5"/>
                </a:solidFill>
                <a:latin typeface="Segoe UI"/>
              </a:rPr>
              <a:t>Rawan Mohamed Ismail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895344"/>
            <a:ext cx="66751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Segoe UI"/>
              </a:rPr>
              <a:t>Sidebar, Profile, Edit Profile, Settings, My Trips, Logout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99432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C6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99432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>
                <a:solidFill>
                  <a:srgbClr val="006D33"/>
                </a:solidFill>
                <a:latin typeface="Segoe UI"/>
              </a:rPr>
              <a:t>Ziad Amr Elmorshdy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599432"/>
            <a:ext cx="66751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Segoe UI"/>
              </a:rPr>
              <a:t>Help Center, Notifications page, Privacy Policy, Terms of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0352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2D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400" b="1">
                <a:solidFill>
                  <a:srgbClr val="632CE5"/>
                </a:solidFill>
                <a:latin typeface="Segoe UI"/>
              </a:rPr>
              <a:t>Omar Mohamed Elshafei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5303520"/>
            <a:ext cx="66751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0">
                <a:solidFill>
                  <a:srgbClr val="212529"/>
                </a:solidFill>
                <a:latin typeface="Segoe UI"/>
              </a:rPr>
              <a:t>Contact Us, About Us, Trip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430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6C757D"/>
                </a:solidFill>
                <a:latin typeface="Segoe UI"/>
              </a:rPr>
              <a:t>Firebase data modules (js/firebase/*), shared partials, .buzz-* utilities, and security rules developed jointly.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006D33"/>
                </a:solidFill>
                <a:latin typeface="Segoe U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1491</Words>
  <Application>Microsoft Office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Karim Mohamed Ismail 221004798</cp:lastModifiedBy>
  <cp:revision>2</cp:revision>
  <dcterms:created xsi:type="dcterms:W3CDTF">2013-01-27T09:14:16Z</dcterms:created>
  <dcterms:modified xsi:type="dcterms:W3CDTF">2026-06-01T19:39:55Z</dcterms:modified>
  <cp:category/>
</cp:coreProperties>
</file>